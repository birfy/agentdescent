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AlgoTune tasks, one search configuration, run twice. Headline 2.285x and 2.254x harmonic mean. The deck argues two things: the number is reproducible, and half the published comparison is not measuring the same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thing to stress: n comes from upstream generation.json, unmodified. That is the axis the rest of the deck turns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comparability question here without answering it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omitted are glm-4.5, o4-mini, deepseek-reasoner, claude-opus-4.1, gpt-5-mini and gpt-5-pro (medium). Nine further AlgoTune models have no score on at least one of the eight tasks and are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nine with a missing score are claude-opus-4, 4.5 and 4.6, sonnet-4.5, gemini-2.5-pro, gemini-3-pro, gemini-3.1-pro, gpt-oss-120b and qwen3-coder. Their solver files exist upstream; only the score is N/A. AlgoTune publishes no GLM-5 result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amber cells are the whole argument of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comparison is now worth making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directions matter. One direction alone would be explainable as a stronger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escapes are what makes this a conclusion rather than a suspicion.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Correcting an earlier read: affine is nearly closed, lu and psd are where the room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miss. A deck that only shows wins is not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limits. The credibility of slides 4-9 depends on saying this one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6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18745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 ·  eight tasks  ·  one configuration  ·  two seeds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1284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Twice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00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6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ERA flat-PUCT tree search on AgentDescent, put beside AlphaEvolve, MetaEvolve, OpenEvolve and the AlgoTune leaderboard — and what turns out not to be the same measurement.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6177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2.285x / 2.254x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193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8-task harmonic mean, seeds 0 and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46177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70248" y="5193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runs, 10.7 h, 4.62 M tokens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73568" y="46177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973568" y="5193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the two seeds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0936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AgentDescent · examples/era · AlgoTune upstream dff9914 · 2026-08-29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harness, and the model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this port. The next slide is everyone else.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9293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03704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flat-PUCT tree search (FUTS) ported onto AgentDescent. One tree per task; every node is a whole program, never a patch.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0488" y="1783080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28232" y="19293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28232" y="2203704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deepseek-v4-flash-ga-260731, temperature 0.7, thinking disabled, 8 000 max tokens, 4 repair draws per expansion.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264408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3410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685032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rollouts per task, 3 workers, asynchronous, c_puct 2.5, model-prior exponent 2.0, staleness policy full.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90488" y="3264408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28232" y="34107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28232" y="3685032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AlgoTune task files at commit dff9914, at upstream’s own calibrated n from reports/generation.json. Nothing rescaled.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745736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4672" y="4892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66360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Bubblewrap sandbox, network off. Reference and candidate timed in the same process, min of 3 runs. Evaluations hold a mutex so no two are timed at once.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0488" y="4745736"/>
            <a:ext cx="5394960" cy="1298448"/>
          </a:xfrm>
          <a:prstGeom prst="roundRect">
            <a:avLst>
              <a:gd name="adj" fmla="val 4225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28232" y="4892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5166360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scoring shards of 2 problems; 3 shards of 2 held back and never seen by the search. Any invalid answer voids the task.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254496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runs · 2 498 model calls · 0 API failures · 4 618 649 tokens · 10.7 h wall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IS IN THE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other systems, four different setups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and model differ everywhere. So, it turns out, does the problem size.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5096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148840"/>
                <a:gridCol w="2194560"/>
                <a:gridCol w="1965960"/>
                <a:gridCol w="2871216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size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AlgoTune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AgentDescent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deepseek-v4-flash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rollouts/task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2 seeds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calibrated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(verified)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AlphaEvolve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arXiv:2607.21971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rounds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MetaEvolve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arXiv:2607.21971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Qwen3-14B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rounds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OpenEvolve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gemini-2.5-flash 0.8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gemini-2.5-pro 0.2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iterations,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1000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10x–4337x below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calibrated, on 6 of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AlgoTune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AlgoTuner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(the benchmark’s own)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 complete here)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harness’s 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calibrated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254496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stated” is not an accusation — neither paper publishes its sizes. Slides 7 and 8 ask what their own numbers imply about them.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that beat the reference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over the same eight tasks. Each row names the model and harness behind it — not the same experiment.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 — seed 0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0" y="20574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deepseek-v4-flash-ga  ·  ERA flat-PUCT on AgentDescent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01568" y="1892808"/>
            <a:ext cx="6633858" cy="274320"/>
          </a:xfrm>
          <a:prstGeom prst="rect">
            <a:avLst/>
          </a:prstGeom>
          <a:solidFill>
            <a:srgbClr val="0E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17722" y="1847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2.285x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32714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 — seed 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0" y="25557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deepseek-v4-flash-ga  ·  ERA flat-PUCT on AgentDescent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01568" y="2391156"/>
            <a:ext cx="6543858" cy="274320"/>
          </a:xfrm>
          <a:prstGeom prst="rect">
            <a:avLst/>
          </a:prstGeom>
          <a:solidFill>
            <a:srgbClr val="0E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27722" y="23454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2.254x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282549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MetaEvolve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0540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  ·  own harness, 50 rounds  ·  arXiv:2607.21971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01568" y="2889504"/>
            <a:ext cx="5937085" cy="274320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20949" y="28437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2.045x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323844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35524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+ 2.5-pro  ·  own harness, 100 iterations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01568" y="3387852"/>
            <a:ext cx="5759988" cy="274320"/>
          </a:xfrm>
          <a:prstGeom prst="rect">
            <a:avLst/>
          </a:prstGeom>
          <a:solidFill>
            <a:srgbClr val="C28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43852" y="33421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1.984x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82219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0" y="40507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  ·  AlgoTuner — the benchmark’s own harness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01568" y="3886200"/>
            <a:ext cx="4546443" cy="274320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30307" y="3840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1.566x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32054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AlphaEvolve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0" y="45491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Qwen3-14B  ·  own harness, 50 rounds  ·  arXiv:2607.21971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01568" y="4384548"/>
            <a:ext cx="4041282" cy="274320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25146" y="43388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1.392x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818888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0" y="50474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  ·  AlgoTuner — the benchmark’s own harness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01568" y="4882896"/>
            <a:ext cx="3716122" cy="274320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99986" y="48371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1.280x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31723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0" y="55458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 ·  AlgoTuner — the benchmark’s own harness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01568" y="5381244"/>
            <a:ext cx="3138381" cy="274320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2245" y="53355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1.081x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4788" y="1828800"/>
            <a:ext cx="0" cy="3941064"/>
          </a:xfrm>
          <a:prstGeom prst="line">
            <a:avLst/>
          </a:prstGeom>
          <a:noFill/>
          <a:ln w="12700">
            <a:solidFill>
              <a:srgbClr val="93A1AA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6368796" y="1572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1.0x — no improvement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907024"/>
            <a:ext cx="11055096" cy="731520"/>
          </a:xfrm>
          <a:prstGeom prst="roundRect">
            <a:avLst>
              <a:gd name="adj" fmla="val 6250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4672" y="5980176"/>
            <a:ext cx="10579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more AlgoTuner models are not shown, because they land below 1.0 — 0.848x down to 0.665x.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failure to find anything: they submitted solvers that are slower than the reference, mostly by adding a .tolist() the reference does not do. A harmonic mean punishes that hard — one task at 0.221x is half the denominator, while a task at 163x contributes 0.1%.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QUESTION, NOBODY EXCLUDED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tasks, all eighteen AlgoTune models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slide uses the eight tasks the papers report — but nine of AlgoTune’s eighteen models have no score on at least one of them. These four are the only tasks every model has.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65376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865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1865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claude-opus-4.6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78808" y="1984248"/>
            <a:ext cx="908214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93792" y="18653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3.027x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258568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2258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2258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gemini-3.1-pro-preview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78808" y="2377440"/>
            <a:ext cx="898912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3792" y="2258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2.996x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651760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6F2E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" y="2651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2651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 — seed 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78808" y="2770632"/>
            <a:ext cx="888111" cy="109728"/>
          </a:xfrm>
          <a:prstGeom prst="rect">
            <a:avLst/>
          </a:prstGeom>
          <a:solidFill>
            <a:srgbClr val="0E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93792" y="2651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2.960x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044952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" y="3044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3044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claude-opus-4.5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78808" y="3163824"/>
            <a:ext cx="866808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3792" y="30449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2.889x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438144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6F2E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" y="34381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34381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port — seed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78808" y="3557016"/>
            <a:ext cx="860808" cy="109728"/>
          </a:xfrm>
          <a:prstGeom prst="rect">
            <a:avLst/>
          </a:prstGeom>
          <a:solidFill>
            <a:srgbClr val="0E7C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3792" y="34381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2.869x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3831336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" y="38313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" y="38313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gemini-3-pro-preview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78808" y="3950208"/>
            <a:ext cx="858107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93792" y="38313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2.860x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4224528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" y="42245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78808" y="4343400"/>
            <a:ext cx="807401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193792" y="4224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2.691x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4617720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6656" y="4617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" y="4617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o4-mini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78808" y="4736592"/>
            <a:ext cx="799900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93792" y="4617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2.666x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5010912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6656" y="5010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133856" y="5010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glm-4.5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78808" y="5129784"/>
            <a:ext cx="781898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193792" y="50109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2.606x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5404104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76656" y="54041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33856" y="54041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claude-opus-4-20250514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78808" y="5522976"/>
            <a:ext cx="779497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193792" y="54041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2.598x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0" y="1865376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10528" y="1865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967728" y="1865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claude-sonnet-4-5-20250929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012680" y="1984248"/>
            <a:ext cx="715289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1027664" y="18653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2.384x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0" y="2258568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510528" y="2258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967728" y="2258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qwen3-coder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012680" y="2377440"/>
            <a:ext cx="704788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1027664" y="2258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2.349x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400800" y="2651760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510528" y="2651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6967728" y="2651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deepseek-reasoner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012680" y="2770632"/>
            <a:ext cx="681985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1027664" y="2651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2.273x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400800" y="3044952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510528" y="30449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6967728" y="304495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gemini-2.5-pro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10012680" y="3163824"/>
            <a:ext cx="657982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1027664" y="30449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2.193x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400800" y="3438144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510528" y="34381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6967728" y="34381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claude-opus-4-1-20250805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0012680" y="3557016"/>
            <a:ext cx="655882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1027664" y="343814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2.186x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6400800" y="3831336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510528" y="38313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82" name="Text 80"/>
          <p:cNvSpPr txBox="1"/>
          <p:nvPr/>
        </p:nvSpPr>
        <p:spPr>
          <a:xfrm>
            <a:off x="6967728" y="38313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0012680" y="3950208"/>
            <a:ext cx="589574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1027664" y="383133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1.965x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6400800" y="4224528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510528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87" name="Text 85"/>
          <p:cNvSpPr txBox="1"/>
          <p:nvPr/>
        </p:nvSpPr>
        <p:spPr>
          <a:xfrm>
            <a:off x="6967728" y="42245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10012680" y="4343400"/>
            <a:ext cx="571571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1027664" y="422452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1.905x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400800" y="4617720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510528" y="46177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6967728" y="4617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gpt-5-pro (medium)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10012680" y="4736592"/>
            <a:ext cx="539767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1027664" y="4617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1.799x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6400800" y="5010912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510528" y="50109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97" name="Text 95"/>
          <p:cNvSpPr txBox="1"/>
          <p:nvPr/>
        </p:nvSpPr>
        <p:spPr>
          <a:xfrm>
            <a:off x="6967728" y="5010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10012680" y="5129784"/>
            <a:ext cx="503763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1027664" y="50109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1.679x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6400800" y="5404104"/>
            <a:ext cx="522122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510528" y="540410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102" name="Text 100"/>
          <p:cNvSpPr txBox="1"/>
          <p:nvPr/>
        </p:nvSpPr>
        <p:spPr>
          <a:xfrm>
            <a:off x="6967728" y="54041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gpt-oss-120b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10012680" y="5522976"/>
            <a:ext cx="495062" cy="109728"/>
          </a:xfrm>
          <a:prstGeom prst="rect">
            <a:avLst/>
          </a:prstGeom>
          <a:solidFill>
            <a:srgbClr val="93A1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1027664" y="54041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1.650x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566928" y="5907024"/>
            <a:ext cx="11055096" cy="731520"/>
          </a:xfrm>
          <a:prstGeom prst="roundRect">
            <a:avLst>
              <a:gd name="adj" fmla="val 6250"/>
            </a:avLst>
          </a:prstGeom>
          <a:solidFill>
            <a:srgbClr val="10161C"/>
          </a:solidFill>
          <a:ln w="12700">
            <a:solidFill>
              <a:srgbClr val="10161C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04672" y="5980176"/>
            <a:ext cx="10579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and fifth of twenty, not first — claude-opus-4.6 and gemini-3.1-pro are ahead. The two rankings disagree about more than us: gpt-5.4 is 5th on the previous slide and 17th here, because the four dropped tasks include its 29.677x on lu_factorization. Neither subset is the answer; that one excludes the newest models, this one excludes polynomial_real and lu_factorization, the two this port is strongest 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eight, nothing selected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our seeds shown. The last two columns are the spread across AlgoTune’s own 14–18 models at the same n.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5096" cy="914400"/>
        </p:xfrm>
        <a:graphic>
          <a:graphicData uri="http://schemas.openxmlformats.org/drawingml/2006/table">
            <a:tbl>
              <a:tblPr/>
              <a:tblGrid>
                <a:gridCol w="2487168"/>
                <a:gridCol w="868680"/>
                <a:gridCol w="932688"/>
                <a:gridCol w="932688"/>
                <a:gridCol w="868680"/>
                <a:gridCol w="868680"/>
                <a:gridCol w="914400"/>
                <a:gridCol w="1243584"/>
                <a:gridCol w="1938528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s0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s1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AlgoTune 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AlgoTune 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polynomial_real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544.454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lu_factorization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affine_transform_2d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eigenvectors_complex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fft_convolution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542069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psd_cone_projection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fft_cmplx_scipy_fftpack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convolve2d_full_fill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115.835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100.721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291.338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28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205.513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3A1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144.938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FD9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FD9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" y="607161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above the best of all 14–18 AlgoTune models at this 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254496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and median use every model with a result on that task. The nine with no score on at least one of the eight — claude-opus-4, 4.5 and 4.6, sonnet-4.5, gemini-2.5-pro, gemini-3-pro, gemini-3.1-pro, gpt-oss-120b, qwen3-coder — still have solver files upstream; only the score is missing, and they include the newest models on the board. AlgoTune publishes no GLM-5 result at all.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BUDGET BOUGHT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better score — a repeatable one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45 to 99 rollouts moved the level 4%. It moved the variance by a factor of forty.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8064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508760"/>
                <a:gridCol w="15087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rollouts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rollouts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seed-to-seed spread,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seed-to-seed spread, worst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180.11x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aggregate, seed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3.645x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2.285x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aggregate, seed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2.213x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2.254x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between the seeds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874520"/>
            <a:ext cx="4901184" cy="1042416"/>
          </a:xfrm>
          <a:prstGeom prst="roundRect">
            <a:avLst>
              <a:gd name="adj" fmla="val 5263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949440" y="19842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polynomial_real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22768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rollouts   </a:t>
            </a:r>
            <a:pPr indent="0" marL="0">
              <a:buNone/>
            </a:pPr>
            <a:r>
              <a:rPr lang="en-US" sz="11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540.172 / 2.999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5511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rollouts   </a:t>
            </a:r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544.454 / 137.005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20840" y="3081528"/>
            <a:ext cx="4901184" cy="1042416"/>
          </a:xfrm>
          <a:prstGeom prst="roundRect">
            <a:avLst>
              <a:gd name="adj" fmla="val 5263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949440" y="31912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lu_factorization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34838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rollouts   </a:t>
            </a:r>
            <a:pPr indent="0" marL="0">
              <a:buNone/>
            </a:pPr>
            <a:r>
              <a:rPr lang="en-US" sz="110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4.464 / 0.957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75818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rollouts   </a:t>
            </a:r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7.000 / 7.139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20840" y="4315968"/>
            <a:ext cx="4901184" cy="1463040"/>
          </a:xfrm>
          <a:prstGeom prst="roundRect">
            <a:avLst>
              <a:gd name="adj" fmla="val 3750"/>
            </a:avLst>
          </a:prstGeom>
          <a:solidFill>
            <a:srgbClr val="10161C"/>
          </a:solidFill>
          <a:ln w="12700">
            <a:solidFill>
              <a:srgbClr val="10161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67728" y="4480560"/>
            <a:ext cx="44074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6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45 rollouts the same configuration returned 3.645x on one seed and 2.213x on another. That was a draw, not a measurement. Two tasks were coin flips on whether the search found the direction at all; at 99 it finds them every time.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254496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configuration throughout; only --iterations and the staleness policy changed.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the comparison is not the same problem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AlgoTune’s own 14–18 models, at the calibrated n, bracket what is achievable. Three systems fall outside the bracket — in both directions.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47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best of every AlgoTune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31136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3225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eigenvectors_complex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6032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 max 1.039x over 18 models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77977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1.432 · Meta 1.474 · OpenEv 1.48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200400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29184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affine_transform_2d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352958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 max 1.015x over 14 models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37490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6.945 · OpenEv 3.22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426110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fft_convolution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44988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 max 1.021x over 15 models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471830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1.346 · OpenEv 1.38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90488" y="1847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AlgoTune’s median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0488" y="2231136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32257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psd_cone_projection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56032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 median 8.728x over 18 models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77977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1.795 · Meta 1.914 · OpenEv 1.94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0488" y="3200400"/>
            <a:ext cx="5394960" cy="841248"/>
          </a:xfrm>
          <a:prstGeom prst="roundRect">
            <a:avLst>
              <a:gd name="adj" fmla="val 6522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9944" y="329184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convolve2d_full_fill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9944" y="352958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 median 144.938x over 18 models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09944" y="37490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78.128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175504"/>
            <a:ext cx="11055096" cy="969264"/>
          </a:xfrm>
          <a:prstGeom prst="roundRect">
            <a:avLst>
              <a:gd name="adj" fmla="val 5660"/>
            </a:avLst>
          </a:prstGeom>
          <a:solidFill>
            <a:srgbClr val="10161C"/>
          </a:solidFill>
          <a:ln w="12700">
            <a:solidFill>
              <a:srgbClr val="1016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32180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two-sided pattern is the signature of a smaller problem, not a better search. Shrink n and the tasks whose only headroom is Python overhead become winnable; the tasks whose win is genuinely algorithmic at scale lose theirs.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CASE  ·  EIGENVECTORS_COMPLEX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ceiling at n = 463 is 1.103x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task, taken apart, because it is the one where all three published numbers exceed what any model achieves.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486400" cy="1883664"/>
          </a:xfrm>
          <a:prstGeom prst="roundRect">
            <a:avLst>
              <a:gd name="adj" fmla="val 2913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938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reference’s 123.20 ms goes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np.linalg.eig — which every valid answer must call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07408" y="2304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111.71 ms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321808" y="23042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706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sort, the normalise, the .tolist()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27066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 ms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27066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10896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1.103x — and .tolist() is not optional: is_solution rejects an ndarray. Best valid program: 1.053x. This port: 1.039x.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810512"/>
            <a:ext cx="5312664" cy="1883664"/>
          </a:xfrm>
          <a:prstGeom prst="roundRect">
            <a:avLst>
              <a:gd name="adj" fmla="val 2913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47104" y="1938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escapes, both closed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47104" y="2286000"/>
            <a:ext cx="4846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cores.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np.linalg.eig barely threads — 116.81 ms on 1 core, 110.54 ms on 4. Four times the cores buys 5.7%.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hardware.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calibrates n so the reference takes ~100 ms on your machine, so a faster LAPACK raises n, not the ceiling.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913632"/>
          <a:ext cx="548640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097280"/>
                <a:gridCol w="1042416"/>
                <a:gridCol w="822960"/>
                <a:gridCol w="960120"/>
                <a:gridCol w="996696"/>
              </a:tblGrid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 alone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 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C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0.106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1.144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6.142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5.575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20.776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18.929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1.057x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47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1.098x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7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120.430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109.215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1.103x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309360" y="3913632"/>
            <a:ext cx="5312664" cy="1737360"/>
          </a:xfrm>
          <a:prstGeom prst="roundRect">
            <a:avLst>
              <a:gd name="adj" fmla="val 3158"/>
            </a:avLst>
          </a:prstGeom>
          <a:solidFill>
            <a:srgbClr val="10161C"/>
          </a:solidFill>
          <a:ln w="12700">
            <a:solidFill>
              <a:srgbClr val="10161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47104" y="40416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1.432x, 1.474x and 1.48x all sit in the n ≈ 50 band.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547104" y="46268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wrong numbers — answers to a different question. Ours answers “how much is there at n = 463”; theirs answers “how much is there when the Python overhead is still a third of the work”. Putting them in one column compares two different tasks.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254496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same 4-core box the searches ran on; reference and candidate timed interleaved, min of 6–9 runs.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ACTUALLY STAND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Against AlgoTune’s own best, task by task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yardstick is not the papers — it is the 14–18 models measured at the same 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288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lu_factorization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84448" y="1929384"/>
            <a:ext cx="1051560" cy="219456"/>
          </a:xfrm>
          <a:prstGeom prst="roundRect">
            <a:avLst>
              <a:gd name="adj" fmla="val 41667"/>
            </a:avLst>
          </a:prstGeom>
          <a:solidFill>
            <a:srgbClr val="EEF1F3"/>
          </a:solidFill>
          <a:ln w="6350">
            <a:solidFill>
              <a:srgbClr val="D7DD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4448" y="19293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1104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18888" y="18288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7.000x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327648" y="18288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35.313x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750808" y="18288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5.0x of headroom left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33629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3545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psd_cone_projection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84448" y="2455164"/>
            <a:ext cx="1051560" cy="219456"/>
          </a:xfrm>
          <a:prstGeom prst="roundRect">
            <a:avLst>
              <a:gd name="adj" fmla="val 41667"/>
            </a:avLst>
          </a:prstGeom>
          <a:solidFill>
            <a:srgbClr val="EEF1F3"/>
          </a:solidFill>
          <a:ln w="6350">
            <a:solidFill>
              <a:srgbClr val="D7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84448" y="24551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349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818888" y="23545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5.883x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3545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12.023x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50808" y="23545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2.0x of headroom left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286207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EF1F3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28803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convolve2d_full_fill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584448" y="2980944"/>
            <a:ext cx="1051560" cy="219456"/>
          </a:xfrm>
          <a:prstGeom prst="roundRect">
            <a:avLst>
              <a:gd name="adj" fmla="val 41667"/>
            </a:avLst>
          </a:prstGeom>
          <a:solidFill>
            <a:srgbClr val="EEF1F3"/>
          </a:solidFill>
          <a:ln w="6350">
            <a:solidFill>
              <a:srgbClr val="D7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84448" y="29809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818888" y="28803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115.835x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27648" y="28803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205.513x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750808" y="28803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1.8x of headroom left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338785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4061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affine_transform_2d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84448" y="3506724"/>
            <a:ext cx="1051560" cy="219456"/>
          </a:xfrm>
          <a:prstGeom prst="roundRect">
            <a:avLst>
              <a:gd name="adj" fmla="val 41667"/>
            </a:avLst>
          </a:prstGeom>
          <a:solidFill>
            <a:srgbClr val="EEF1F3"/>
          </a:solidFill>
          <a:ln w="6350">
            <a:solidFill>
              <a:srgbClr val="D7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84448" y="35067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1123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818888" y="34061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0.992x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327648" y="34061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1.015x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750808" y="34061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the field’s best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391363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" y="3931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fft_convolution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584448" y="4032504"/>
            <a:ext cx="1051560" cy="219456"/>
          </a:xfrm>
          <a:prstGeom prst="roundRect">
            <a:avLst>
              <a:gd name="adj" fmla="val 41667"/>
            </a:avLst>
          </a:prstGeom>
          <a:solidFill>
            <a:srgbClr val="EEF1F3"/>
          </a:solidFill>
          <a:ln w="6350">
            <a:solidFill>
              <a:srgbClr val="D7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584448" y="40325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542069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818888" y="39319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1.003x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327648" y="39319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1.021x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750808" y="3931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the field’s best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443941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384" y="44577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eigenvectors_complex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584448" y="4558284"/>
            <a:ext cx="1051560" cy="219456"/>
          </a:xfrm>
          <a:prstGeom prst="roundRect">
            <a:avLst>
              <a:gd name="adj" fmla="val 41667"/>
            </a:avLst>
          </a:prstGeom>
          <a:solidFill>
            <a:srgbClr val="EEF1F3"/>
          </a:solidFill>
          <a:ln w="6350">
            <a:solidFill>
              <a:srgbClr val="D7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84448" y="45582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463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818888" y="44577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1.039x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327648" y="445770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1.039x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750808" y="44577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the field’s best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6928" y="496519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6384" y="4983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fft_cmplx_scipy_fftpack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584448" y="5084064"/>
            <a:ext cx="1051560" cy="219456"/>
          </a:xfrm>
          <a:prstGeom prst="roundRect">
            <a:avLst>
              <a:gd name="adj" fmla="val 41667"/>
            </a:avLst>
          </a:prstGeom>
          <a:solidFill>
            <a:srgbClr val="EEF1F3"/>
          </a:solidFill>
          <a:ln w="6350">
            <a:solidFill>
              <a:srgbClr val="D7DD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584448" y="5084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1860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818888" y="4983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4.759x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327648" y="49834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4.464x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8750808" y="4983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the field’s best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66928" y="5490972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7620">
            <a:solidFill>
              <a:srgbClr val="D7DDE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6384" y="55092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polynomial_real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584448" y="5609844"/>
            <a:ext cx="1051560" cy="219456"/>
          </a:xfrm>
          <a:prstGeom prst="roundRect">
            <a:avLst>
              <a:gd name="adj" fmla="val 41667"/>
            </a:avLst>
          </a:prstGeom>
          <a:solidFill>
            <a:srgbClr val="EEF1F3"/>
          </a:solidFill>
          <a:ln w="6350">
            <a:solidFill>
              <a:srgbClr val="D7DDE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584448" y="56098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396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818888" y="55092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544.454x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6327648" y="55092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138.469x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8750808" y="55092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or above the field’s best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566928" y="6035040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outlier, stated: polynomial_real at 544x is 3.9x above the best of 14 published models, and fft_cmplx_scipy_fftpack at 4.759x is above the best of 18. Both were re-verified against upstream’s own is_solution, but “far above every published result” is a claim that deserves its own scrutiny, not a victory lap.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EIGHT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tasks run with the model prior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55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tasks have a prior-arm run. The two outside the comparison set have no AlphaEvolve or MetaEvolve number, so AlgoTune is the only yardstick.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11055096" cy="1280160"/>
          </a:xfrm>
          <a:prstGeom prst="roundRect">
            <a:avLst>
              <a:gd name="adj" fmla="val 4286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20665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lp_centering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3230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1.001x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950208" y="21396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 </a:t>
            </a:r>
            <a:pPr indent="0" marL="0">
              <a:buNone/>
            </a:pPr>
            <a:r>
              <a:rPr lang="en-US" sz="115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1.039x</a:t>
            </a:r>
            <a:pPr indent="0" marL="0"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median  </a:t>
            </a:r>
            <a:pPr indent="0" marL="0">
              <a:buNone/>
            </a:pPr>
            <a:r>
              <a:rPr lang="en-US" sz="115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1.000x</a:t>
            </a:r>
            <a:pPr indent="0" marL="0"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over 12 models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252374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field’s median and within 4% of its best. Nothing here for anyone.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383280"/>
            <a:ext cx="11055096" cy="1280160"/>
          </a:xfrm>
          <a:prstGeom prst="roundRect">
            <a:avLst>
              <a:gd name="adj" fmla="val 4286"/>
            </a:avLst>
          </a:prstGeom>
          <a:solidFill>
            <a:srgbClr val="EEF1F3"/>
          </a:solidFill>
          <a:ln w="9525">
            <a:solidFill>
              <a:srgbClr val="D7DDE2"/>
            </a:solidFill>
            <a:prstDash val="solid"/>
          </a:ln>
          <a:effectLst>
            <a:outerShdw sx="100000" sy="100000" kx="0" ky="0" algn="bl" rotWithShape="0" blurRad="127000" dist="25400" dir="5400000">
              <a:srgbClr val="8899A6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" y="35295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least_squares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89534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8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valid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28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50208" y="36027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 best  </a:t>
            </a:r>
            <a:pPr indent="0" marL="0">
              <a:buNone/>
            </a:pPr>
            <a:r>
              <a:rPr lang="en-US" sz="115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3.810x</a:t>
            </a:r>
            <a:pPr indent="0" marL="0"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median  </a:t>
            </a:r>
            <a:pPr indent="0" marL="0">
              <a:buNone/>
            </a:pPr>
            <a:r>
              <a:rPr lang="en-US" sz="1150" b="1" dirty="0">
                <a:solidFill>
                  <a:srgbClr val="3A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1.910x</a:t>
            </a:r>
            <a:pPr indent="0" marL="0">
              <a:buNone/>
            </a:pPr>
            <a:r>
              <a:rPr lang="en-US" sz="11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over 13 models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50208" y="398678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miss: the search never found a valid improvement, while half the field is above 1.9x.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56048"/>
            <a:ext cx="11055096" cy="1170432"/>
          </a:xfrm>
          <a:prstGeom prst="roundRect">
            <a:avLst>
              <a:gd name="adj" fmla="val 4688"/>
            </a:avLst>
          </a:prstGeom>
          <a:solidFill>
            <a:srgbClr val="10161C"/>
          </a:solidFill>
          <a:ln w="12700">
            <a:solidFill>
              <a:srgbClr val="1016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20640"/>
            <a:ext cx="105430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D6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has results on 29 AlgoTune tasks in all, but 19 of them predate the model prior and are a different configuration. Only these ten were run with it, so only these ten are shown — mixing arms is exactly the best-of column this deck replaced.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6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5486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CLAIMS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859536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and one it does not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007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435608" y="17373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is reproducible.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2084832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2.285x and 2.254x on two seeds of one configuration, 1.4% apart, with identical win counts against both papers. At 45 rollouts the same configuration swung 65% between seeds. That is what the extra budget bought — not a better score, a repeatable one.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305409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published comparison is not the same problem.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3401568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three tasks all three systems report above the best of every AlgoTune model at the calibrated n; on two others they fall below AlgoTune’s median. For eigenvectors_complex the ceiling at n = 463 is 1.103x and cannot be raised by cores or hardware. Their numbers sit in the n ≈ 50 band.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3342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4370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the right yardstick, the room is elsewhere.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4718304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AlgoTune’s own models at the same n put the headroom in lu_factorization (5.0x) and psd_cone_projection (2.0x) — not in the three tasks that look like failures. eigenvectors_complex is at 99% of its physical ceiling.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669280"/>
            <a:ext cx="110550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2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it does not: that this port leads the field. On the four tasks every AlgoTune model has, it ranks 3rd and 5th of 20 — claude-opus-4.6 and gemini-3.1-pro are ahead. lu_factorization at 7.0x is the reference’s .tolist() serialisation, not a faster factorisation; discount it to 1.19x and the eight-task aggregate is 1.905x. Three tasks were run at sizes we can only infer, and one seed each is still one seed.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AlgoTune: Eight Tasks, Measured Twice</dc:title>
  <dc:subject>PptxGenJS Presentation</dc:subject>
  <dc:creator>AgentDescent</dc:creator>
  <cp:lastModifiedBy>AgentDescent</cp:lastModifiedBy>
  <cp:revision>1</cp:revision>
  <dcterms:created xsi:type="dcterms:W3CDTF">2026-08-31T05:00:13Z</dcterms:created>
  <dcterms:modified xsi:type="dcterms:W3CDTF">2026-08-31T05:00:13Z</dcterms:modified>
</cp:coreProperties>
</file>