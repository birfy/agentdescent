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AlgoTune tasks, one search configuration, run twice. Headline 2.285x and 2.254x harmonic mean. The deck argues two things: the number is reproducible, and half the published comparison is not measuring the same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thing to stress: n comes from upstream generation.json, unmodified. That is the axis the rest of the deck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comparability question here without answering it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show the left panel without the right one. The nine excluded models are claude-opus-4, 4.5, 4.6, sonnet-4.5, gemini-2.5-pro, gemini-3-pro, gemini-3.1-pro, gpt-oss-120b, qwen3-coder — their solvers exist upstream but the score is N/A, and they include the newest models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amber cells are the whole argument of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comparison is now worth making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directions matter. One direction alone would be explainable as a stronger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escapes are what makes this a conclusion rather than a suspicion.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Correcting an earlier read: affine is nearly closed, lu and psd are where the room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miss. A deck that only shows wins is not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limits. The credibility of slides 4-9 depends on saying this one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6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18745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·  eight tasks  ·  one configuration  ·  two seeds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212848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Twice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200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6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ERA flat-PUCT tree search on AgentDescent, put beside AlphaEvolve, MetaEvolve, OpenEvolve and the AlgoTune leaderboard — and what turns out not to be the same measurement.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6177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2.285x / 2.254x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5193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8-task harmonic mean, seeds 0 and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46177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70248" y="5193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runs, 10.7 h, 4.62 M tokens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73568" y="46177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973568" y="5193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between the two seeds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093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AgentDescent · examples/era · AlgoTune upstream dff9914 · 2026-08-29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harness, and the model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this port. The next slide is everyone else.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19293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20370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flat-PUCT tree search (FUTS) ported onto AgentDescent. One tree per task; every node is a whole program, never a patch.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0488" y="1783080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28232" y="19293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220370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deepseek-v4-flash-ga-260731, temperature 0.7, thinking disabled, 8 000 max tokens, 4 repair draws per expansion.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264408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4672" y="34107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68503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rollouts per task, 3 workers, asynchronous, c_puct 2.5, model-prior exponent 2.0, staleness policy full.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0488" y="3264408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28232" y="34107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28232" y="368503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AlgoTune task files at commit dff9914, at upstream’s own calibrated n from reports/generation.json. Nothing rescaled.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745736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" y="48920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5166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Bubblewrap sandbox, network off. Reference and candidate timed in the same process, min of 3 runs. Evaluations hold a mutex so no two are timed at once.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0488" y="4745736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28232" y="48920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5166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scoring shards of 2 problems; 3 shards of 2 held back and never seen by the search. Any invalid answer voids the task.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runs · 2 498 model calls · 0 API failures · 4 618 649 tokens · 10.7 h wall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ELSE IS IN THE TABLE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other systems, four different setups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and model differ everywhere. So, it turns out, does the problem size.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5096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148840"/>
                <a:gridCol w="2194560"/>
                <a:gridCol w="1965960"/>
                <a:gridCol w="287121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size 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AlgoTune domain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AgentDescent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deepseek-v4-flash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rollouts/task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 seeds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 calibrated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(verified)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AlphaEvolve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arXiv:2607.21971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Qwen3-14B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rounds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MetaEvolve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arXiv:2607.21971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Qwen3-14B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rounds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OpenEvolve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gemini-2.5-flash 0.8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gemini-2.5-pro 0.2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iterations,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1000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10x–4337x below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calibrated, on 6 of 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(the benchmark’s own)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models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(9 complete here)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harness’s 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 calibrated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stated” is not an accusation — neither paper publishes its sizes. Slides 7 and 8 ask what their own numbers imply about them.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rankings, because neither one is the whole field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eight tasks the papers report — but only 9 of AlgoTune’s 18 models have a score on all eight. Right: the four tasks every model has, nobody excluded.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3936"/>
            <a:ext cx="5321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tasks  ·  9 of 18 models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011680"/>
            <a:ext cx="5321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papers’ own task set; 9 models have no score on at least one of the eight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235708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98162" y="2275027"/>
            <a:ext cx="2791705" cy="181051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35586" y="2235708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2.285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494483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98162" y="2533802"/>
            <a:ext cx="2753831" cy="181051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7712" y="2494483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2.254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753258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MetaEvolve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98162" y="2792578"/>
            <a:ext cx="2498484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2366" y="2753258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2.045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012034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98162" y="3051353"/>
            <a:ext cx="2423957" cy="181051"/>
          </a:xfrm>
          <a:prstGeom prst="rect">
            <a:avLst/>
          </a:prstGeom>
          <a:solidFill>
            <a:srgbClr val="C28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67839" y="3012034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270809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98162" y="3310128"/>
            <a:ext cx="1913265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57146" y="3270809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1.566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29584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AlphaEvolve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98162" y="3568903"/>
            <a:ext cx="1700680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044561" y="3529584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1.392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788359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gpt-5.2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98162" y="3827678"/>
            <a:ext cx="1563843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07725" y="3788359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1.280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47134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298162" y="4086454"/>
            <a:ext cx="1320715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664596" y="4047134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1.081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05910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glm-4.5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98162" y="4345229"/>
            <a:ext cx="1036046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379928" y="4305910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0.848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564685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o4-mini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98162" y="4604004"/>
            <a:ext cx="1018942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62823" y="4564685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0.834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4823460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deepseek-reasoner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98162" y="4862779"/>
            <a:ext cx="967628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311510" y="4823460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5082235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claude-opus-4.1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298162" y="5121554"/>
            <a:ext cx="916315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60196" y="5082235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0.750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5341010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298162" y="5380330"/>
            <a:ext cx="827127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171008" y="5341010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0.677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5599786"/>
            <a:ext cx="1676370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gpt-5-pro (med)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98162" y="5639105"/>
            <a:ext cx="812466" cy="181051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156347" y="5599786"/>
            <a:ext cx="603504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0.665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519914" y="2212848"/>
            <a:ext cx="0" cy="3641141"/>
          </a:xfrm>
          <a:prstGeom prst="line">
            <a:avLst/>
          </a:prstGeom>
          <a:noFill/>
          <a:ln w="12700">
            <a:solidFill>
              <a:srgbClr val="93A1A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400800" y="1773936"/>
            <a:ext cx="5221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tasks  ·  all 18 models  +  both our seeds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400800" y="2011680"/>
            <a:ext cx="5221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eigenvectors · psd_cone · fft_cmplx · convolve2d — the only four nobody is missing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400800" y="2235708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claude-opus-4.6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100350" y="2275027"/>
            <a:ext cx="2708509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854578" y="2235708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3.027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416759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gemini-3.1-pro-preview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100350" y="2456078"/>
            <a:ext cx="2680771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826840" y="2416759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6400800" y="2597810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8100350" y="2637130"/>
            <a:ext cx="2648558" cy="103327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0794628" y="2597810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2.960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2778862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claude-opus-4.5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8100350" y="2818181"/>
            <a:ext cx="2585029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731098" y="2778862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2.889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2959913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1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8100350" y="2999232"/>
            <a:ext cx="2567133" cy="103327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713203" y="2959913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2.869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6400800" y="3140964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gemini-3-pro-preview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100350" y="3180283"/>
            <a:ext cx="2559080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705150" y="3140964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2.860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6400800" y="3322015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gpt-5.2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8100350" y="3361334"/>
            <a:ext cx="2407862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553931" y="3322015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2.691</a:t>
            </a:r>
            <a:endParaRPr lang="en-US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6400800" y="3503066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o4-mini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8100350" y="3542386"/>
            <a:ext cx="2385492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0531562" y="3503066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2.666</a:t>
            </a:r>
            <a:endParaRPr lang="en-US" sz="850" dirty="0"/>
          </a:p>
        </p:txBody>
      </p:sp>
      <p:sp>
        <p:nvSpPr>
          <p:cNvPr id="76" name="Text 74"/>
          <p:cNvSpPr txBox="1"/>
          <p:nvPr/>
        </p:nvSpPr>
        <p:spPr>
          <a:xfrm>
            <a:off x="6400800" y="3684118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glm-4.5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100350" y="3723437"/>
            <a:ext cx="2331805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0477875" y="3684118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2.606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6400800" y="3865169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claude-opus-4-20250514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8100350" y="3904488"/>
            <a:ext cx="2324647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470716" y="3865169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2.598</a:t>
            </a:r>
            <a:endParaRPr lang="en-US" sz="850" dirty="0"/>
          </a:p>
        </p:txBody>
      </p:sp>
      <p:sp>
        <p:nvSpPr>
          <p:cNvPr id="82" name="Text 80"/>
          <p:cNvSpPr txBox="1"/>
          <p:nvPr/>
        </p:nvSpPr>
        <p:spPr>
          <a:xfrm>
            <a:off x="6400800" y="4046220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claude-sonnet-4-5-20250929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8100350" y="4085539"/>
            <a:ext cx="2133163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279233" y="4046220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2.384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4227271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qwen3-coder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8100350" y="4266590"/>
            <a:ext cx="2101846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247915" y="4227271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2.349</a:t>
            </a:r>
            <a:endParaRPr lang="en-US" sz="850" dirty="0"/>
          </a:p>
        </p:txBody>
      </p:sp>
      <p:sp>
        <p:nvSpPr>
          <p:cNvPr id="88" name="Text 86"/>
          <p:cNvSpPr txBox="1"/>
          <p:nvPr/>
        </p:nvSpPr>
        <p:spPr>
          <a:xfrm>
            <a:off x="6400800" y="4408322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deepseek-reasoner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8100350" y="4447642"/>
            <a:ext cx="2033842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0179912" y="4408322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2.273</a:t>
            </a:r>
            <a:endParaRPr lang="en-US" sz="850" dirty="0"/>
          </a:p>
        </p:txBody>
      </p:sp>
      <p:sp>
        <p:nvSpPr>
          <p:cNvPr id="91" name="Text 89"/>
          <p:cNvSpPr txBox="1"/>
          <p:nvPr/>
        </p:nvSpPr>
        <p:spPr>
          <a:xfrm>
            <a:off x="6400800" y="4589374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gemini-2.5-pro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8100350" y="4628693"/>
            <a:ext cx="1962260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108329" y="4589374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</a:t>
            </a:r>
            <a:endParaRPr lang="en-US" sz="850" dirty="0"/>
          </a:p>
        </p:txBody>
      </p:sp>
      <p:sp>
        <p:nvSpPr>
          <p:cNvPr id="94" name="Text 92"/>
          <p:cNvSpPr txBox="1"/>
          <p:nvPr/>
        </p:nvSpPr>
        <p:spPr>
          <a:xfrm>
            <a:off x="6400800" y="4770425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claude-opus-4-1-20250805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8100350" y="4809744"/>
            <a:ext cx="1955996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102066" y="4770425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2.186</a:t>
            </a:r>
            <a:endParaRPr lang="en-US" sz="850" dirty="0"/>
          </a:p>
        </p:txBody>
      </p:sp>
      <p:sp>
        <p:nvSpPr>
          <p:cNvPr id="97" name="Text 95"/>
          <p:cNvSpPr txBox="1"/>
          <p:nvPr/>
        </p:nvSpPr>
        <p:spPr>
          <a:xfrm>
            <a:off x="6400800" y="4951476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8100350" y="4990795"/>
            <a:ext cx="1758249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9904319" y="4951476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1.965</a:t>
            </a:r>
            <a:endParaRPr lang="en-US" sz="850" dirty="0"/>
          </a:p>
        </p:txBody>
      </p:sp>
      <p:sp>
        <p:nvSpPr>
          <p:cNvPr id="100" name="Text 98"/>
          <p:cNvSpPr txBox="1"/>
          <p:nvPr/>
        </p:nvSpPr>
        <p:spPr>
          <a:xfrm>
            <a:off x="6400800" y="5132527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8100350" y="5171846"/>
            <a:ext cx="1704562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9850632" y="5132527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1.905</a:t>
            </a:r>
            <a:endParaRPr lang="en-US" sz="850" dirty="0"/>
          </a:p>
        </p:txBody>
      </p:sp>
      <p:sp>
        <p:nvSpPr>
          <p:cNvPr id="103" name="Text 101"/>
          <p:cNvSpPr txBox="1"/>
          <p:nvPr/>
        </p:nvSpPr>
        <p:spPr>
          <a:xfrm>
            <a:off x="6400800" y="5313578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gpt-5-pro (medium)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8100350" y="5352898"/>
            <a:ext cx="1609715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755785" y="5313578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1.799</a:t>
            </a:r>
            <a:endParaRPr lang="en-US" sz="850" dirty="0"/>
          </a:p>
        </p:txBody>
      </p:sp>
      <p:sp>
        <p:nvSpPr>
          <p:cNvPr id="106" name="Text 104"/>
          <p:cNvSpPr txBox="1"/>
          <p:nvPr/>
        </p:nvSpPr>
        <p:spPr>
          <a:xfrm>
            <a:off x="6400800" y="5494630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8100350" y="5533949"/>
            <a:ext cx="1502341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9648411" y="5494630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1.679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6400800" y="5675681"/>
            <a:ext cx="164468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8100350" y="5715000"/>
            <a:ext cx="1476392" cy="103327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622462" y="5675681"/>
            <a:ext cx="6035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1.650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8995133" y="2212848"/>
            <a:ext cx="0" cy="3639312"/>
          </a:xfrm>
          <a:prstGeom prst="line">
            <a:avLst/>
          </a:prstGeom>
          <a:noFill/>
          <a:ln w="12700">
            <a:solidFill>
              <a:srgbClr val="93A1AA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566928" y="5961888"/>
            <a:ext cx="11055096" cy="676656"/>
          </a:xfrm>
          <a:prstGeom prst="roundRect">
            <a:avLst>
              <a:gd name="adj" fmla="val 6757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786384" y="6035040"/>
            <a:ext cx="1061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rankings disagree, and that is the point: dropping four tasks moves gpt-5.4 from 4th to 17th, and moves this port from 1st to 3rd — behind claude-opus-4.6 and gemini-3.1-pro. Neither panel is “the” answer; the left one excludes the newest models, the right one excludes the two tasks this port is strongest 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eight, nothing selected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our seeds shown. The last two columns are the spread across AlgoTune’s own 14–18 models at the same n.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55648"/>
          <a:ext cx="11055096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68680"/>
                <a:gridCol w="932688"/>
                <a:gridCol w="932688"/>
                <a:gridCol w="868680"/>
                <a:gridCol w="868680"/>
                <a:gridCol w="914400"/>
                <a:gridCol w="1243584"/>
                <a:gridCol w="19385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s0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 max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 median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polynomial_real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544.454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137.005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138.469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lu_factorization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affine_transform_2d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eigenvectors_complex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fft_convolution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542069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psd_cone_projection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fft_cmplx_scipy_fftpack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convolve2d_full_fill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115.835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291.338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205.513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harmonic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FD9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FD9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7161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= above the best of all 14–18 AlgoTune models at this 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and median use every model with a result on that task. The nine with no score on at least one of the eight — claude-opus-4, 4.5 and 4.6, sonnet-4.5, gemini-2.5-pro, gemini-3-pro, gemini-3.1-pro, gpt-oss-120b, qwen3-coder — still have solver files upstream; only the score is missing, and they include the newest models on the board. AlgoTune publishes no GLM-5 result at all.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BUDGET BOUGHT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better score — a repeatable one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from 45 to 99 rollouts moved the level 4%. It moved the variance by a factor of forty.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580644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508760"/>
                <a:gridCol w="15087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rollouts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rollouts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seed-to-seed spread, median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seed-to-seed spread, worst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180.11x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3.97x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aggregate, seed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3.645x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2.285x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aggregate, seed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2.213x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2.254x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between the seeds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720840" y="1874520"/>
            <a:ext cx="4901184" cy="1042416"/>
          </a:xfrm>
          <a:prstGeom prst="roundRect">
            <a:avLst>
              <a:gd name="adj" fmla="val 526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949440" y="19842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polynomial_real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27685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rollouts   </a:t>
            </a:r>
            <a:pPr indent="0" marL="0">
              <a:buNone/>
            </a:pPr>
            <a:r>
              <a:rPr lang="en-US" sz="110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540.172 / 2.999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5511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rollouts   </a:t>
            </a:r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544.454 / 137.005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20840" y="3081528"/>
            <a:ext cx="4901184" cy="1042416"/>
          </a:xfrm>
          <a:prstGeom prst="roundRect">
            <a:avLst>
              <a:gd name="adj" fmla="val 526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949440" y="31912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lu_factorization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4838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rollouts   </a:t>
            </a:r>
            <a:pPr indent="0" marL="0">
              <a:buNone/>
            </a:pPr>
            <a:r>
              <a:rPr lang="en-US" sz="110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4.464 / 0.957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7581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rollouts   </a:t>
            </a:r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7.000 / 7.139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20840" y="4315968"/>
            <a:ext cx="4901184" cy="1463040"/>
          </a:xfrm>
          <a:prstGeom prst="roundRect">
            <a:avLst>
              <a:gd name="adj" fmla="val 3750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67728" y="4480560"/>
            <a:ext cx="440740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 rollouts the same configuration returned 3.645x on one seed and 2.213x on another. That was a draw, not a measurement. Two tasks were coin flips on whether the search found the direction at all; at 99 it finds them every time.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configuration throughout; only --iterations and the staleness policy changed.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comparison is not the same problem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AlgoTune’s own 14–18 models, at the calibrated n, bracket what is achievable. Three systems fall outside the bracket — in both directions.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60" kern="0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best of every AlgoTune model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2322576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eigenvectors_complex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6032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max 1.039x over 18 models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779776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1.432 · Meta 1.474 · OpenEv 1.48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29184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affine_transform_2d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3529584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max 1.015x over 14 models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6.945 · OpenEv 3.22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169664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4261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fft_convolution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4498848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max 1.021x over 15 models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86384" y="4718304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1.346 · OpenEv 1.38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190488" y="1847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60" kern="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AlgoTune’s median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90488" y="223113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9944" y="2322576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psd_cone_projection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56032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median 8.728x over 18 models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779776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1.795 · Meta 1.914 · OpenEv 1.94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0488" y="320040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9944" y="329184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convolve2d_full_fill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9944" y="3529584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median 144.938x over 18 models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78.128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175504"/>
            <a:ext cx="11055096" cy="969264"/>
          </a:xfrm>
          <a:prstGeom prst="roundRect">
            <a:avLst>
              <a:gd name="adj" fmla="val 5660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321808"/>
            <a:ext cx="10543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two-sided pattern is the signature of a smaller problem, not a better search. Shrink n and the tasks whose only headroom is Python overhead become winnable; the tasks whose win is genuinely algorithmic at scale lose theirs.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CASE  ·  EIGENVECTORS_COMPLEX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ceiling at n = 463 is 1.103x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task, taken apart, because it is the one where all three published numbers exceed what any model achieves.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5486400" cy="1883664"/>
          </a:xfrm>
          <a:prstGeom prst="roundRect">
            <a:avLst>
              <a:gd name="adj" fmla="val 291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1938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reference’s 123.20 ms goes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042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np.linalg.eig — which every valid answer must call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407408" y="23042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111.71 ms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23042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06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sort, the normalise, the .tolist()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27066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 ms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2706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10896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1.103x — and .tolist() is not optional: is_solution rejects an ndarray. Best valid program: 1.053x. This port: 1.039x.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1810512"/>
            <a:ext cx="5312664" cy="1883664"/>
          </a:xfrm>
          <a:prstGeom prst="roundRect">
            <a:avLst>
              <a:gd name="adj" fmla="val 291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47104" y="1938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escapes, both closed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228600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cores.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np.linalg.eig barely threads — 116.81 ms on 1 core, 110.54 ms on 4. Four times the cores buys 5.7%.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hardware.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calibrates n so the reference takes ~100 ms on your machine, so a faster LAPACK raises n, not the ceiling.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13632"/>
          <a:ext cx="548640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097280"/>
                <a:gridCol w="1042416"/>
                <a:gridCol w="822960"/>
                <a:gridCol w="960120"/>
                <a:gridCol w="996696"/>
              </a:tblGrid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 alone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 share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valid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1.710x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1.889x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0.812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1.354x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1.410x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6.142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5.575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1.069x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1.102x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20.776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18.929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1.098x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120.430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109.215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309360" y="3913632"/>
            <a:ext cx="5312664" cy="1737360"/>
          </a:xfrm>
          <a:prstGeom prst="roundRect">
            <a:avLst>
              <a:gd name="adj" fmla="val 3158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47104" y="40416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1.432x, 1.474x and 1.48x all sit in the n ≈ 50 band.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547104" y="4626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wrong numbers — answers to a different question. Ours answers “how much is there at n = 463”; theirs answers “how much is there when the Python overhead is still a third of the work”. Putting them in one column compares two different tasks.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same 4-core box the searches ran on; reference and candidate timed interleaved, min of 6–9 runs.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ACTUALLY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AlgoTune’s own best, task by task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yardstick is not the papers — it is the 14–18 models measured at the same 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288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lu_factorization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584448" y="192938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9293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1104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818888" y="18288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7.000x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327648" y="182880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35.313x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750808" y="18288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 of headroom left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33629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3545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psd_cone_projection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584448" y="245516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84448" y="24551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349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23545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5.883x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3545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12.023x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50808" y="23545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2.0x of headroom left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286207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2880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convolve2d_full_fill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84448" y="298094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84448" y="29809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818888" y="28803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115.835x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27648" y="28803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205.513x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50808" y="2880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1.8x of headroom left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338785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" y="34061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affine_transform_2d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584448" y="350672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350672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1123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818888" y="34061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0.992x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327648" y="340614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1.015x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750808" y="34061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391363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86384" y="3931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fft_convolution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84448" y="403250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84448" y="40325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542069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818888" y="393192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1.003x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27648" y="39319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1.021x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750808" y="3931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" y="443941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6384" y="44577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eigenvectors_complex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3584448" y="455828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84448" y="45582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463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818888" y="44577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1.039x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327648" y="445770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1.039x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8750808" y="44577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496519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86384" y="49834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fft_cmplx_scipy_fftpack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3584448" y="508406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84448" y="5084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1860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818888" y="49834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4.759x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327648" y="49834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4.464x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8750808" y="49834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66928" y="549097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86384" y="55092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polynomial_real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3584448" y="560984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584448" y="56098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396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818888" y="55092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544.454x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55092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138.469x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8750808" y="55092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566928" y="6035040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outlier, stated: polynomial_real at 544x is 3.9x above the best of 14 published models, and fft_cmplx_scipy_fftpack at 4.759x is above the best of 18. Both were re-verified against upstream’s own is_solution, but “far above every published result” is a claim that deserves its own scrutiny, not a victory lap.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EIGHT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tasks run with the model prior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tasks have a prior-arm run. The two outside the comparison set have no AlphaEvolve or MetaEvolve number, so AlgoTune is the only yardstick.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1055096" cy="1280160"/>
          </a:xfrm>
          <a:prstGeom prst="roundRect">
            <a:avLst>
              <a:gd name="adj" fmla="val 4286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20665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lp_centering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3230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1.001x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3950208" y="21396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1.039x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median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over 12 models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950208" y="252374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field’s median and within 4% of its best. Nothing here for anyone.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383280"/>
            <a:ext cx="11055096" cy="1280160"/>
          </a:xfrm>
          <a:prstGeom prst="roundRect">
            <a:avLst>
              <a:gd name="adj" fmla="val 4286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1248" y="352958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least_squares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89534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8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valid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28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950208" y="360273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3.810x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median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1.910x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over 13 models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50208" y="398678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miss: the search never found a valid improvement, while half the field is above 1.9x.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956048"/>
            <a:ext cx="11055096" cy="1170432"/>
          </a:xfrm>
          <a:prstGeom prst="roundRect">
            <a:avLst>
              <a:gd name="adj" fmla="val 4688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20640"/>
            <a:ext cx="105430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 has results on 29 AlgoTune tasks in all, but 19 of them predate the model prior and are a different configuration. Only these ten were run with it, so only these ten are shown — mixing arms is exactly the best-of column this deck replaced.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6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5486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CLAIMS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things, and one it does not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007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435608" y="17373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is reproducible.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2084832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2.285x and 2.254x on two seeds of one configuration, 1.4% apart, with identical win counts against both papers. At 45 rollouts the same configuration swung 65% between seeds. That is what the extra budget bought — not a better score, a repeatable one.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017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435608" y="305409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published comparison is not the same problem.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435608" y="3401568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three tasks all three systems report above the best of every AlgoTune model at the calibrated n; on two others they fall below AlgoTune’s median. For eigenvectors_complex the ceiling at n = 463 is 1.103x and cannot be raised by cores or hardware. Their numbers sit in the n ≈ 50 band.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3425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435608" y="43708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the right yardstick, the room is elsewhere.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471830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AlgoTune’s own models at the same n put the headroom in lu_factorization (5.0x) and psd_cone_projection (2.0x) — not in the three tasks that look like failures. eigenvectors_complex is at 99% of its physical ceiling.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69280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it does not: that this port leads the field. On the four tasks every AlgoTune model has, it ranks 3rd and 5th of 20 — claude-opus-4.6 and gemini-3.1-pro are ahead. lu_factorization at 7.0x is the reference’s .tolist() serialisation, not a faster factorisation; discount it to 1.19x and the eight-task aggregate is 1.905x. Three tasks were run at sizes we can only infer, and one seed each is still one seed.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AlgoTune: Eight Tasks, Measured Twice</dc:title>
  <dc:subject>PptxGenJS Presentation</dc:subject>
  <dc:creator>AgentDescent</dc:creator>
  <cp:lastModifiedBy>AgentDescent</cp:lastModifiedBy>
  <cp:revision>1</cp:revision>
  <dcterms:created xsi:type="dcterms:W3CDTF">2026-08-31T04:28:02Z</dcterms:created>
  <dcterms:modified xsi:type="dcterms:W3CDTF">2026-08-31T04:28:02Z</dcterms:modified>
</cp:coreProperties>
</file>